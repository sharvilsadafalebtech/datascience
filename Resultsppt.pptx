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7" r:id="rId2"/>
    <p:sldId id="259" r:id="rId3"/>
    <p:sldId id="260" r:id="rId4"/>
    <p:sldId id="263" r:id="rId5"/>
    <p:sldId id="262" r:id="rId6"/>
    <p:sldId id="258" r:id="rId7"/>
    <p:sldId id="261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22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8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49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1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2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739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1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190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2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454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574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13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212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784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78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66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8C3B4E-BE84-407E-B36F-CFAAAE14738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24CAAE-3BFC-45AB-BD87-631878CF9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1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FC533-826B-E64A-19E3-B5302375FB8E}"/>
              </a:ext>
            </a:extLst>
          </p:cNvPr>
          <p:cNvSpPr txBox="1"/>
          <p:nvPr/>
        </p:nvSpPr>
        <p:spPr>
          <a:xfrm>
            <a:off x="2368145" y="1713719"/>
            <a:ext cx="7455709" cy="343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Adobe Caslon Pro Bold" panose="0205070206050A020403" pitchFamily="18" charset="0"/>
              </a:rPr>
              <a:t>PPT </a:t>
            </a:r>
          </a:p>
          <a:p>
            <a:pPr algn="ctr"/>
            <a:r>
              <a:rPr lang="en-US" sz="5400" dirty="0">
                <a:latin typeface="Adobe Caslon Pro Bold" panose="0205070206050A020403" pitchFamily="18" charset="0"/>
              </a:rPr>
              <a:t>Input Survey Composite </a:t>
            </a:r>
            <a:br>
              <a:rPr lang="en-US" sz="5400" dirty="0">
                <a:latin typeface="Adobe Caslon Pro Bold" panose="0205070206050A020403" pitchFamily="18" charset="0"/>
              </a:rPr>
            </a:br>
            <a:r>
              <a:rPr lang="en-US" sz="5400" dirty="0">
                <a:latin typeface="Adobe Caslon Pro Bold" panose="0205070206050A020403" pitchFamily="18" charset="0"/>
              </a:rPr>
              <a:t>Sharvil </a:t>
            </a:r>
            <a:r>
              <a:rPr lang="en-US" sz="5400" dirty="0" err="1">
                <a:latin typeface="Adobe Caslon Pro Bold" panose="0205070206050A020403" pitchFamily="18" charset="0"/>
              </a:rPr>
              <a:t>Sadafale</a:t>
            </a:r>
            <a:endParaRPr lang="en-US" sz="5400" dirty="0">
              <a:latin typeface="Adobe Caslon Pro Bold" panose="0205070206050A020403" pitchFamily="18" charset="0"/>
            </a:endParaRPr>
          </a:p>
          <a:p>
            <a:pPr algn="ctr"/>
            <a:r>
              <a:rPr lang="en-US" sz="5400" dirty="0">
                <a:latin typeface="Adobe Caslon Pro Bold" panose="0205070206050A020403" pitchFamily="18" charset="0"/>
              </a:rPr>
              <a:t>2207052106</a:t>
            </a:r>
          </a:p>
        </p:txBody>
      </p:sp>
    </p:spTree>
    <p:extLst>
      <p:ext uri="{BB962C8B-B14F-4D97-AF65-F5344CB8AC3E}">
        <p14:creationId xmlns:p14="http://schemas.microsoft.com/office/powerpoint/2010/main" val="526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aph showing a comparison of a model&#10;&#10;AI-generated content may be incorrect.">
            <a:extLst>
              <a:ext uri="{FF2B5EF4-FFF2-40B4-BE49-F238E27FC236}">
                <a16:creationId xmlns:a16="http://schemas.microsoft.com/office/drawing/2014/main" id="{245CD783-679A-3E33-DA05-198771A19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76" y="812013"/>
            <a:ext cx="4990986" cy="2994591"/>
          </a:xfrm>
          <a:prstGeom prst="rect">
            <a:avLst/>
          </a:prstGeom>
        </p:spPr>
      </p:pic>
      <p:pic>
        <p:nvPicPr>
          <p:cNvPr id="23" name="Picture 22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7D7CE9B9-7560-FAB5-21DE-FF641036B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431" y="2409622"/>
            <a:ext cx="5483193" cy="365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42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graph&#10;&#10;AI-generated content may be incorrect.">
            <a:extLst>
              <a:ext uri="{FF2B5EF4-FFF2-40B4-BE49-F238E27FC236}">
                <a16:creationId xmlns:a16="http://schemas.microsoft.com/office/drawing/2014/main" id="{2C508D8A-F08C-85EF-5F1B-D8A5B065D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48" y="1190694"/>
            <a:ext cx="4722235" cy="3149140"/>
          </a:xfrm>
          <a:prstGeom prst="rect">
            <a:avLst/>
          </a:prstGeom>
        </p:spPr>
      </p:pic>
      <p:pic>
        <p:nvPicPr>
          <p:cNvPr id="19" name="Picture 18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5F8BED87-4197-2BBE-299D-5B759F31E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420" y="2765264"/>
            <a:ext cx="5879532" cy="342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4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AAC1-5F9F-C955-B1CD-891380CD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showing a number of different colored bars&#10;&#10;AI-generated content may be incorrect.">
            <a:extLst>
              <a:ext uri="{FF2B5EF4-FFF2-40B4-BE49-F238E27FC236}">
                <a16:creationId xmlns:a16="http://schemas.microsoft.com/office/drawing/2014/main" id="{6D3C71F4-578C-A78F-EEB5-5E084093B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98" y="786430"/>
            <a:ext cx="5858933" cy="3416490"/>
          </a:xfrm>
          <a:prstGeom prst="rect">
            <a:avLst/>
          </a:prstGeom>
        </p:spPr>
      </p:pic>
      <p:pic>
        <p:nvPicPr>
          <p:cNvPr id="15" name="Picture 1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EA454F1-5D5F-DB22-696A-3D33B1FCE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994" y="3210521"/>
            <a:ext cx="4906408" cy="286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1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6DE2C-FE8C-7584-406F-AD73E6A6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with a line graph&#10;&#10;AI-generated content may be incorrect.">
            <a:extLst>
              <a:ext uri="{FF2B5EF4-FFF2-40B4-BE49-F238E27FC236}">
                <a16:creationId xmlns:a16="http://schemas.microsoft.com/office/drawing/2014/main" id="{A8D97D69-882A-8D0B-3C69-A4A5D0E12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60" y="693464"/>
            <a:ext cx="5223720" cy="3656604"/>
          </a:xfrm>
          <a:prstGeom prst="rect">
            <a:avLst/>
          </a:prstGeom>
        </p:spPr>
      </p:pic>
      <p:pic>
        <p:nvPicPr>
          <p:cNvPr id="11" name="Picture 10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73D63A0A-FEBD-9B4E-8F82-F467A97BF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94626"/>
            <a:ext cx="5223720" cy="365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8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number of colored dots&#10;&#10;AI-generated content may be incorrect.">
            <a:extLst>
              <a:ext uri="{FF2B5EF4-FFF2-40B4-BE49-F238E27FC236}">
                <a16:creationId xmlns:a16="http://schemas.microsoft.com/office/drawing/2014/main" id="{F865664C-08DD-8110-7880-06D241C9D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72" y="657533"/>
            <a:ext cx="5483193" cy="3656604"/>
          </a:xfrm>
          <a:prstGeom prst="rect">
            <a:avLst/>
          </a:prstGeom>
        </p:spPr>
      </p:pic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F44211A1-B726-698C-F528-4DC226CF7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465" y="2340181"/>
            <a:ext cx="5223720" cy="365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9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nfusion matrix&#10;&#10;AI-generated content may be incorrect.">
            <a:extLst>
              <a:ext uri="{FF2B5EF4-FFF2-40B4-BE49-F238E27FC236}">
                <a16:creationId xmlns:a16="http://schemas.microsoft.com/office/drawing/2014/main" id="{53B26B3E-321C-491F-4894-88A0B6A7B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47" y="852589"/>
            <a:ext cx="4701348" cy="3656604"/>
          </a:xfrm>
          <a:prstGeom prst="rect">
            <a:avLst/>
          </a:prstGeom>
        </p:spPr>
      </p:pic>
      <p:pic>
        <p:nvPicPr>
          <p:cNvPr id="17" name="Picture 1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D633018-8E62-77B3-A5C0-394A88620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85" y="2173001"/>
            <a:ext cx="6260868" cy="383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53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FD24E-A64E-F081-B1EA-2409DAD8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diagram of different types of irrigation&#10;&#10;AI-generated content may be incorrect.">
            <a:extLst>
              <a:ext uri="{FF2B5EF4-FFF2-40B4-BE49-F238E27FC236}">
                <a16:creationId xmlns:a16="http://schemas.microsoft.com/office/drawing/2014/main" id="{50B93640-EFF6-B522-5FD0-0641BE07A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5" y="762727"/>
            <a:ext cx="5550026" cy="4060994"/>
          </a:xfrm>
          <a:prstGeom prst="rect">
            <a:avLst/>
          </a:prstGeom>
        </p:spPr>
      </p:pic>
      <p:pic>
        <p:nvPicPr>
          <p:cNvPr id="14" name="Picture 13" descr="A chart of adoption rates&#10;&#10;AI-generated content may be incorrect.">
            <a:extLst>
              <a:ext uri="{FF2B5EF4-FFF2-40B4-BE49-F238E27FC236}">
                <a16:creationId xmlns:a16="http://schemas.microsoft.com/office/drawing/2014/main" id="{45FFBC58-5D14-E9F4-FAAD-AEEC025E4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24" y="2452983"/>
            <a:ext cx="4982961" cy="355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1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diagram with many colored circles&#10;&#10;AI-generated content may be incorrect.">
            <a:extLst>
              <a:ext uri="{FF2B5EF4-FFF2-40B4-BE49-F238E27FC236}">
                <a16:creationId xmlns:a16="http://schemas.microsoft.com/office/drawing/2014/main" id="{C933DDCB-B560-6968-E9E6-2988E1758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72" y="633472"/>
            <a:ext cx="4986619" cy="3522295"/>
          </a:xfrm>
          <a:prstGeom prst="rect">
            <a:avLst/>
          </a:prstGeom>
        </p:spPr>
      </p:pic>
      <p:pic>
        <p:nvPicPr>
          <p:cNvPr id="16" name="Picture 15" descr="A chart of crop growth&#10;&#10;AI-generated content may be incorrect.">
            <a:extLst>
              <a:ext uri="{FF2B5EF4-FFF2-40B4-BE49-F238E27FC236}">
                <a16:creationId xmlns:a16="http://schemas.microsoft.com/office/drawing/2014/main" id="{E720EDBF-BE44-6898-4C30-7746FE4C2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974" y="2809510"/>
            <a:ext cx="6125350" cy="341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846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</TotalTime>
  <Words>8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Adobe Caslon Pro Bold</vt:lpstr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</dc:creator>
  <cp:lastModifiedBy>a</cp:lastModifiedBy>
  <cp:revision>1</cp:revision>
  <dcterms:created xsi:type="dcterms:W3CDTF">2025-10-31T18:50:40Z</dcterms:created>
  <dcterms:modified xsi:type="dcterms:W3CDTF">2025-10-31T19:00:01Z</dcterms:modified>
</cp:coreProperties>
</file>